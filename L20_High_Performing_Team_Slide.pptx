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Leading 2.0 Skills Library topic areas. Swap any card for the other areas: Courage, Risk &amp; Commitment; Long-term Thinking &amp; Patience; Building High-Performing Teams; Growing as a Leader &amp; Influence.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BUILD A HIGH-PERFORMING TEAM</a:t>
            </a:r>
            <a:endParaRPr lang="en-US" sz="34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Leadership Disciplines from the Leading 2.0 Skills Library</a:t>
            </a:r>
            <a:endParaRPr lang="en-US" sz="16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5545836" cy="1207008"/>
          </a:xfrm>
          <a:prstGeom prst="roundRect">
            <a:avLst>
              <a:gd name="adj" fmla="val 9091"/>
            </a:avLst>
          </a:prstGeom>
          <a:solidFill>
            <a:srgbClr val="E3F2F5"/>
          </a:solidFill>
          <a:ln w="15875">
            <a:solidFill>
              <a:srgbClr val="1F7A8C"/>
            </a:solidFill>
            <a:prstDash val="solid"/>
          </a:ln>
        </p:spPr>
      </p:sp>
      <p:sp>
        <p:nvSpPr>
          <p:cNvPr id="5" name="Icon circle 1"/>
          <p:cNvSpPr/>
          <p:nvPr/>
        </p:nvSpPr>
        <p:spPr>
          <a:xfrm>
            <a:off x="640080" y="1540764"/>
            <a:ext cx="777240" cy="7772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6" name="Icon 1" descr="Trust &amp; Psychological Safe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23644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417320"/>
            <a:ext cx="4219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Trust &amp; Psychological Safety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746504"/>
            <a:ext cx="42199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speak up early only when it is safe to do so.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surface late or meetings go quiet.</a:t>
            </a:r>
            <a:endParaRPr lang="en-US" sz="1200" dirty="0"/>
          </a:p>
        </p:txBody>
      </p:sp>
      <p:sp>
        <p:nvSpPr>
          <p:cNvPr id="9" name="Card 2"/>
          <p:cNvSpPr/>
          <p:nvPr/>
        </p:nvSpPr>
        <p:spPr>
          <a:xfrm>
            <a:off x="6185916" y="1325880"/>
            <a:ext cx="5545836" cy="1207008"/>
          </a:xfrm>
          <a:prstGeom prst="roundRect">
            <a:avLst>
              <a:gd name="adj" fmla="val 9091"/>
            </a:avLst>
          </a:prstGeom>
          <a:solidFill>
            <a:srgbClr val="FDEBDD"/>
          </a:solidFill>
          <a:ln w="15875">
            <a:solidFill>
              <a:srgbClr val="D9480F"/>
            </a:solidFill>
            <a:prstDash val="solid"/>
          </a:ln>
        </p:spPr>
      </p:sp>
      <p:sp>
        <p:nvSpPr>
          <p:cNvPr id="10" name="Icon circle 2"/>
          <p:cNvSpPr/>
          <p:nvPr/>
        </p:nvSpPr>
        <p:spPr>
          <a:xfrm>
            <a:off x="6368796" y="1540764"/>
            <a:ext cx="777240" cy="77724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pic>
        <p:nvPicPr>
          <p:cNvPr id="11" name="Icon 2" descr="Ownership &amp; Accountabil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1723644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28916" y="1417320"/>
            <a:ext cx="4219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Ownership &amp; Accountability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328916" y="1746504"/>
            <a:ext cx="42199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follow a leader who owns outcomes first.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or excuses are replacing learning.</a:t>
            </a:r>
            <a:endParaRPr lang="en-US" sz="1200" dirty="0"/>
          </a:p>
        </p:txBody>
      </p:sp>
      <p:sp>
        <p:nvSpPr>
          <p:cNvPr id="14" name="Card 3"/>
          <p:cNvSpPr/>
          <p:nvPr/>
        </p:nvSpPr>
        <p:spPr>
          <a:xfrm>
            <a:off x="457200" y="2642616"/>
            <a:ext cx="5545836" cy="1207008"/>
          </a:xfrm>
          <a:prstGeom prst="roundRect">
            <a:avLst>
              <a:gd name="adj" fmla="val 9091"/>
            </a:avLst>
          </a:prstGeom>
          <a:solidFill>
            <a:srgbClr val="EEE7F8"/>
          </a:solidFill>
          <a:ln w="15875">
            <a:solidFill>
              <a:srgbClr val="7048A8"/>
            </a:solidFill>
            <a:prstDash val="solid"/>
          </a:ln>
        </p:spPr>
      </p:sp>
      <p:sp>
        <p:nvSpPr>
          <p:cNvPr id="15" name="Icon circle 3"/>
          <p:cNvSpPr/>
          <p:nvPr/>
        </p:nvSpPr>
        <p:spPr>
          <a:xfrm>
            <a:off x="640080" y="2857500"/>
            <a:ext cx="777240" cy="777240"/>
          </a:xfrm>
          <a:prstGeom prst="ellipse">
            <a:avLst/>
          </a:prstGeom>
          <a:solidFill>
            <a:srgbClr val="7048A8"/>
          </a:solidFill>
          <a:ln w="12700">
            <a:solidFill>
              <a:srgbClr val="7048A8"/>
            </a:solidFill>
            <a:prstDash val="solid"/>
          </a:ln>
        </p:spPr>
      </p:sp>
      <p:pic>
        <p:nvPicPr>
          <p:cNvPr id="16" name="Icon 3" descr="Focus, Priorities &amp; Decis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403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2734056"/>
            <a:ext cx="4219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Focus, Priorities &amp; Decisions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063240"/>
            <a:ext cx="42199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one thing that matters protects time and attention.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feels urgent and decisions stall.</a:t>
            </a:r>
            <a:endParaRPr lang="en-US" sz="1200" dirty="0"/>
          </a:p>
        </p:txBody>
      </p:sp>
      <p:sp>
        <p:nvSpPr>
          <p:cNvPr id="19" name="Card 4"/>
          <p:cNvSpPr/>
          <p:nvPr/>
        </p:nvSpPr>
        <p:spPr>
          <a:xfrm>
            <a:off x="6185916" y="2642616"/>
            <a:ext cx="5545836" cy="1207008"/>
          </a:xfrm>
          <a:prstGeom prst="roundRect">
            <a:avLst>
              <a:gd name="adj" fmla="val 9091"/>
            </a:avLst>
          </a:prstGeom>
          <a:solidFill>
            <a:srgbClr val="FBE6EE"/>
          </a:solidFill>
          <a:ln w="15875">
            <a:solidFill>
              <a:srgbClr val="C2255C"/>
            </a:solidFill>
            <a:prstDash val="solid"/>
          </a:ln>
        </p:spPr>
      </p:sp>
      <p:sp>
        <p:nvSpPr>
          <p:cNvPr id="20" name="Icon circle 4"/>
          <p:cNvSpPr/>
          <p:nvPr/>
        </p:nvSpPr>
        <p:spPr>
          <a:xfrm>
            <a:off x="6368796" y="2857500"/>
            <a:ext cx="777240" cy="777240"/>
          </a:xfrm>
          <a:prstGeom prst="ellipse">
            <a:avLst/>
          </a:prstGeom>
          <a:solidFill>
            <a:srgbClr val="C2255C"/>
          </a:solidFill>
          <a:ln w="12700">
            <a:solidFill>
              <a:srgbClr val="C2255C"/>
            </a:solidFill>
            <a:prstDash val="solid"/>
          </a:ln>
        </p:spPr>
      </p:sp>
      <p:pic>
        <p:nvPicPr>
          <p:cNvPr id="21" name="Icon 4" descr="Feedback &amp; Hard Convers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30403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28916" y="2734056"/>
            <a:ext cx="4219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Feedback &amp; Hard Conversations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28916" y="3063240"/>
            <a:ext cx="42199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Fact-based feedback leads to a specific next step.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is being avoided.</a:t>
            </a:r>
            <a:endParaRPr lang="en-US" sz="1200" dirty="0"/>
          </a:p>
        </p:txBody>
      </p:sp>
      <p:sp>
        <p:nvSpPr>
          <p:cNvPr id="24" name="Card 5"/>
          <p:cNvSpPr/>
          <p:nvPr/>
        </p:nvSpPr>
        <p:spPr>
          <a:xfrm>
            <a:off x="457200" y="3959352"/>
            <a:ext cx="5545836" cy="1207008"/>
          </a:xfrm>
          <a:prstGeom prst="roundRect">
            <a:avLst>
              <a:gd name="adj" fmla="val 9091"/>
            </a:avLst>
          </a:prstGeom>
          <a:solidFill>
            <a:srgbClr val="E3F4E6"/>
          </a:solidFill>
          <a:ln w="15875">
            <a:solidFill>
              <a:srgbClr val="2B8A3E"/>
            </a:solidFill>
            <a:prstDash val="solid"/>
          </a:ln>
        </p:spPr>
      </p:sp>
      <p:sp>
        <p:nvSpPr>
          <p:cNvPr id="25" name="Icon circle 5"/>
          <p:cNvSpPr/>
          <p:nvPr/>
        </p:nvSpPr>
        <p:spPr>
          <a:xfrm>
            <a:off x="640080" y="4174236"/>
            <a:ext cx="777240" cy="777240"/>
          </a:xfrm>
          <a:prstGeom prst="ellipse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pic>
        <p:nvPicPr>
          <p:cNvPr id="26" name="Icon 5" descr="Hiring &amp; Team Composi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57116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4050792"/>
            <a:ext cx="4219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Hiring &amp; Team Composition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4379976"/>
            <a:ext cx="42199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people in the right seats, matched to strengths.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filling a role or reshaping the team.</a:t>
            </a:r>
            <a:endParaRPr lang="en-US" sz="1200" dirty="0"/>
          </a:p>
        </p:txBody>
      </p:sp>
      <p:sp>
        <p:nvSpPr>
          <p:cNvPr id="29" name="Card 6"/>
          <p:cNvSpPr/>
          <p:nvPr/>
        </p:nvSpPr>
        <p:spPr>
          <a:xfrm>
            <a:off x="6185916" y="3959352"/>
            <a:ext cx="5545836" cy="1207008"/>
          </a:xfrm>
          <a:prstGeom prst="roundRect">
            <a:avLst>
              <a:gd name="adj" fmla="val 9091"/>
            </a:avLst>
          </a:prstGeom>
          <a:solidFill>
            <a:srgbClr val="FFF1D6"/>
          </a:solidFill>
          <a:ln w="15875">
            <a:solidFill>
              <a:srgbClr val="C47F00"/>
            </a:solidFill>
            <a:prstDash val="solid"/>
          </a:ln>
        </p:spPr>
      </p:sp>
      <p:sp>
        <p:nvSpPr>
          <p:cNvPr id="30" name="Icon circle 6"/>
          <p:cNvSpPr/>
          <p:nvPr/>
        </p:nvSpPr>
        <p:spPr>
          <a:xfrm>
            <a:off x="6368796" y="4174236"/>
            <a:ext cx="777240" cy="777240"/>
          </a:xfrm>
          <a:prstGeom prst="ellipse">
            <a:avLst/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</p:sp>
      <p:pic>
        <p:nvPicPr>
          <p:cNvPr id="31" name="Icon 6" descr="Culture, Autonomy &amp; Empowermen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676" y="4357116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328916" y="4050792"/>
            <a:ext cx="42199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Culture, Autonomy &amp; Empowerment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328916" y="4379976"/>
            <a:ext cx="42199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decision authority and context replace approval steps.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waits on you and speed is suffering.</a:t>
            </a:r>
            <a:endParaRPr lang="en-US" sz="1200" dirty="0"/>
          </a:p>
        </p:txBody>
      </p:sp>
      <p:sp>
        <p:nvSpPr>
          <p:cNvPr id="34" name="Card 7"/>
          <p:cNvSpPr/>
          <p:nvPr/>
        </p:nvSpPr>
        <p:spPr>
          <a:xfrm>
            <a:off x="457200" y="5276088"/>
            <a:ext cx="11274552" cy="1207008"/>
          </a:xfrm>
          <a:prstGeom prst="roundRect">
            <a:avLst>
              <a:gd name="adj" fmla="val 9091"/>
            </a:avLst>
          </a:prstGeom>
          <a:solidFill>
            <a:srgbClr val="E2ECFA"/>
          </a:solidFill>
          <a:ln w="15875">
            <a:solidFill>
              <a:srgbClr val="1C4E9D"/>
            </a:solidFill>
            <a:prstDash val="solid"/>
          </a:ln>
        </p:spPr>
      </p:sp>
      <p:sp>
        <p:nvSpPr>
          <p:cNvPr id="35" name="Icon circle 7"/>
          <p:cNvSpPr/>
          <p:nvPr/>
        </p:nvSpPr>
        <p:spPr>
          <a:xfrm>
            <a:off x="640080" y="5490972"/>
            <a:ext cx="777240" cy="777240"/>
          </a:xfrm>
          <a:prstGeom prst="ellipse">
            <a:avLst/>
          </a:prstGeom>
          <a:solidFill>
            <a:srgbClr val="1C4E9D"/>
          </a:solidFill>
          <a:ln w="12700">
            <a:solidFill>
              <a:srgbClr val="1C4E9D"/>
            </a:solidFill>
            <a:prstDash val="solid"/>
          </a:ln>
        </p:spPr>
      </p:sp>
      <p:pic>
        <p:nvPicPr>
          <p:cNvPr id="36" name="Icon 7" descr="Strategy &amp; Clarity of Purpos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673852"/>
            <a:ext cx="411480" cy="41148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600200" y="5367528"/>
            <a:ext cx="9948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Strategy &amp; Clarity of Purpose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1600200" y="5696712"/>
            <a:ext cx="9948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on what your team can be best at keeps effort on the results the organization needs, not on activity.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busy, but the results that matter are unclear.</a:t>
            </a:r>
            <a:endParaRPr lang="en-US" sz="1200" dirty="0"/>
          </a:p>
        </p:txBody>
      </p:sp>
      <p:sp>
        <p:nvSpPr>
          <p:cNvPr id="39" name="Footer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2.0   |   Practical guidance for leaders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Build a High-Performing Team</dc:title>
  <dc:subject>PptxGenJS Presentation</dc:subject>
  <dc:creator>Leading 2.0</dc:creator>
  <cp:lastModifiedBy>Leading 2.0</cp:lastModifiedBy>
  <cp:revision>1</cp:revision>
  <dcterms:created xsi:type="dcterms:W3CDTF">2026-10-17T15:28:15Z</dcterms:created>
  <dcterms:modified xsi:type="dcterms:W3CDTF">2026-10-17T15:28:15Z</dcterms:modified>
</cp:coreProperties>
</file>